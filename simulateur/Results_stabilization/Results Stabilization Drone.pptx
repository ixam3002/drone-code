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22A107-5088-D690-173D-4EBE31D189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114D903-78B2-F80E-BD66-156FCF051F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DAE1801-75C9-3D82-3761-F4FB336DB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48CF19-7AF6-8F01-D595-7CD22289C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087928-47C9-A8B0-302D-FD2BA07DB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39248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2EDF96-0875-A9CC-B8F2-940962786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2C8FAF-8CB1-B479-9DEB-5D86BB75DD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717BDF4-DD69-85F7-9654-24A554DCE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45508FB-D469-BB1C-7A17-5C2359866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6D6DBF-C637-C0A5-314B-1EFFFEFCB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958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BE1A9D-2E20-232F-31A0-D340AEF1D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8550A8E-6086-B5F2-4D9A-DD4A48140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09FB80-C5C2-3EB5-E306-03065D03D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078604C-8ACB-750D-841A-AD39EF19F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3027C6-4EC9-26FA-9BC5-E60DD1891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00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5CED3C-9DCB-95AC-C8A4-883C300EB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23BACA-DC20-C960-5BD4-694116B77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292BE9-1876-72EF-5B35-645D394C0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0C749BA-43C5-8569-2E4D-D8FC50317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2331CB4-34DD-6F8F-5B90-953D4FE4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F10CD6A-3368-DA94-EAC8-2B264B931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8526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746B90-E668-EEDA-405C-1A07E4A74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D3FB61F-DA04-4396-4604-F94C53EF5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CD2F082-6EBD-6A78-7AFB-44BD6A75E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CCE3C13-2644-287F-2D25-636710764E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66C5132-8FF4-D75A-4F1B-578B1E8E3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B356E3B-3B04-ADF7-4449-AAE8450BB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19AB210-6251-015A-A293-2DA77C723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505C4106-D0CE-9742-F2BB-B719D508C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5297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4E5FD0-077F-E6BB-950A-4B202D90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13FE7C4-881F-2F9E-2CA1-4CE722A7D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7F97964-96C9-DFAC-3EF1-A097D2F4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99AFDCD-C05E-08E5-90D9-224362C0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27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DECFD1F-9926-1BCA-5D70-4018E103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68FBD76-C969-0BE9-94C5-2EDBC517F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DC8A119-F672-CD37-F8A5-49DE5952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19962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FA3FAF-3F67-C1FC-6E54-1575BB74E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FE2CA7-B80C-B2A2-7579-6124984AA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184CCC1-B603-AB63-C232-5B4754D7B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9A2BA31-F7E1-6248-7F29-CE312D5F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C85E8C-0D17-38B2-2D9B-C7ECAE165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1515E5A-C6D4-6451-A44E-DA2F00D61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303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662E49-DE6A-D2C1-DC45-A3557335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8CAE301-CF7E-5CB9-16F5-94C23791130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43B644-253C-B10E-E940-E23B146B5D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30B085F-2397-504B-6DF8-C322BECEF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A72FA9-E2F9-3ED8-F1ED-3507EC5F3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48FFE8D-E3E3-7A71-0145-053E730D9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718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836EF4-1E8C-5DB0-47EC-04F6F1A9D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3C91CAB-7C11-9751-7A90-085A98A58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CA1B14-5827-8FBB-02F5-BC91488F6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BB9CDC-F183-F540-AD3F-3665DEFD1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AE86A6A-1043-D3CA-8DE9-CB672EDF7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8734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CB2639E-BBF7-E779-9BD9-7B5F077CAD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6B8F6FD-F40F-BE1D-40FE-14BFDD702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499121-2B34-EFF1-7BA3-BB42837F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BC6994A-85B2-B3E0-62A2-BEB155A1B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A1B80B-20C2-CF8A-8198-CCFBCD0DC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8523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35E9D388-FB8F-553F-B288-D373A6947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1671572-AE79-F9D2-D955-EC6766A5E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9A9CDA-60D7-63B1-39C7-F6D4B24781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D0A17-F302-4FBC-9895-803414BAFC5D}" type="datetimeFigureOut">
              <a:rPr lang="fr-FR" smtClean="0"/>
              <a:t>07/10/2026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EF3676-B737-403F-884E-1C7B15677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BE4D9D0-A2C9-09B3-6088-A85C9B30DB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CC2F3A-A503-41FF-BA73-3DE07295442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903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31C225-540D-90BB-D72F-7758F5F3FA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Results</a:t>
            </a:r>
            <a:r>
              <a:rPr lang="fr-FR" dirty="0"/>
              <a:t> </a:t>
            </a:r>
            <a:r>
              <a:rPr lang="fr-FR" dirty="0" err="1"/>
              <a:t>Stabilization</a:t>
            </a:r>
            <a:r>
              <a:rPr lang="fr-FR" dirty="0"/>
              <a:t> Drone</a:t>
            </a:r>
          </a:p>
        </p:txBody>
      </p:sp>
    </p:spTree>
    <p:extLst>
      <p:ext uri="{BB962C8B-B14F-4D97-AF65-F5344CB8AC3E}">
        <p14:creationId xmlns:p14="http://schemas.microsoft.com/office/powerpoint/2010/main" val="3853871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E8F40FE-293C-453F-B8A6-4278993567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E0AAF39-9445-76B5-BE88-11BE40AF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856271"/>
            <a:ext cx="3740601" cy="164513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800" b="1" dirty="0"/>
              <a:t>Roll angle </a:t>
            </a:r>
            <a:r>
              <a:rPr lang="en-US" sz="3800" dirty="0"/>
              <a:t>stabilization Simulation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1EABE0-FA8E-49A5-A966-F0539111C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6384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A3E26D-73B1-468C-B97B-BC1815959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40" y="2712821"/>
            <a:ext cx="3975945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E9845189-8803-4B0C-B283-1EFC96936BFB}"/>
              </a:ext>
            </a:extLst>
          </p:cNvPr>
          <p:cNvSpPr txBox="1">
            <a:spLocks/>
          </p:cNvSpPr>
          <p:nvPr/>
        </p:nvSpPr>
        <p:spPr>
          <a:xfrm>
            <a:off x="548640" y="2942520"/>
            <a:ext cx="4114800" cy="3245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  <a:ea typeface="+mn-ea"/>
                <a:cs typeface="+mn-cs"/>
              </a:rPr>
              <a:t>Problem :</a:t>
            </a:r>
          </a:p>
          <a:p>
            <a:pPr marL="4572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>
                <a:latin typeface="+mn-lt"/>
                <a:ea typeface="+mn-ea"/>
                <a:cs typeface="+mn-cs"/>
              </a:rPr>
              <a:t>Low angle (5 or 10 deg) : angle command exceeded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6ACE0D2-7669-DB43-11A0-32865B280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9" r="8048" b="631"/>
          <a:stretch>
            <a:fillRect/>
          </a:stretch>
        </p:blipFill>
        <p:spPr>
          <a:xfrm>
            <a:off x="8044527" y="40628"/>
            <a:ext cx="4147473" cy="3173803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B196C16-4529-611E-69D9-9B70D79DED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1" t="6071" r="9440"/>
          <a:stretch>
            <a:fillRect/>
          </a:stretch>
        </p:blipFill>
        <p:spPr>
          <a:xfrm>
            <a:off x="4289241" y="120637"/>
            <a:ext cx="3851775" cy="311640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A4AA2520-8D63-902B-B6C0-8F435C33F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53" r="7504"/>
          <a:stretch>
            <a:fillRect/>
          </a:stretch>
        </p:blipFill>
        <p:spPr>
          <a:xfrm>
            <a:off x="4058359" y="3232375"/>
            <a:ext cx="4179723" cy="317380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6C2EFC5D-9963-17FE-0708-46643A5093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7" t="6685" r="7397"/>
          <a:stretch>
            <a:fillRect/>
          </a:stretch>
        </p:blipFill>
        <p:spPr>
          <a:xfrm>
            <a:off x="8199681" y="3214431"/>
            <a:ext cx="3992319" cy="3116404"/>
          </a:xfrm>
          <a:prstGeom prst="rect">
            <a:avLst/>
          </a:prstGeom>
        </p:spPr>
      </p:pic>
      <p:graphicFrame>
        <p:nvGraphicFramePr>
          <p:cNvPr id="16" name="Tableau 15">
            <a:extLst>
              <a:ext uri="{FF2B5EF4-FFF2-40B4-BE49-F238E27FC236}">
                <a16:creationId xmlns:a16="http://schemas.microsoft.com/office/drawing/2014/main" id="{49B0DB88-4F78-CD43-EBE9-399247ACF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584332"/>
              </p:ext>
            </p:extLst>
          </p:nvPr>
        </p:nvGraphicFramePr>
        <p:xfrm>
          <a:off x="599906" y="4518369"/>
          <a:ext cx="31892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612">
                  <a:extLst>
                    <a:ext uri="{9D8B030D-6E8A-4147-A177-3AD203B41FA5}">
                      <a16:colId xmlns:a16="http://schemas.microsoft.com/office/drawing/2014/main" val="947051945"/>
                    </a:ext>
                  </a:extLst>
                </a:gridCol>
                <a:gridCol w="1594612">
                  <a:extLst>
                    <a:ext uri="{9D8B030D-6E8A-4147-A177-3AD203B41FA5}">
                      <a16:colId xmlns:a16="http://schemas.microsoft.com/office/drawing/2014/main" val="2559176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6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Kp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120,0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156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Kd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116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066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325924-4E24-1611-3822-D105359D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5DB9F4D-D9BF-DB03-7BA6-E801C72F6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5A01CA5-92B9-DD06-54AC-B8375DC0A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856271"/>
            <a:ext cx="4114800" cy="164513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800" b="1" dirty="0"/>
              <a:t>Pitch angle </a:t>
            </a:r>
            <a:r>
              <a:rPr lang="en-US" sz="3800" dirty="0"/>
              <a:t>stabilization</a:t>
            </a:r>
            <a:br>
              <a:rPr lang="en-US" sz="3800" dirty="0"/>
            </a:br>
            <a:r>
              <a:rPr lang="en-US" sz="3800" dirty="0"/>
              <a:t>Simulation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5E868B-2D7F-91D1-785C-18B297C9E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86384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507ECD-F1F5-DC78-96AE-94A8E8073A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8640" y="2712821"/>
            <a:ext cx="3975945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DBCA0636-FFC3-47B5-A516-E44F2B6EBA55}"/>
              </a:ext>
            </a:extLst>
          </p:cNvPr>
          <p:cNvSpPr txBox="1">
            <a:spLocks/>
          </p:cNvSpPr>
          <p:nvPr/>
        </p:nvSpPr>
        <p:spPr>
          <a:xfrm>
            <a:off x="548640" y="2942520"/>
            <a:ext cx="3659228" cy="3245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Problem :</a:t>
            </a:r>
          </a:p>
          <a:p>
            <a:pPr marL="4572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Low angle (5, 10 and 25 deg) : angle command exceeded</a:t>
            </a: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0E0712AF-A457-B2B1-1A4A-75A75F5651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" t="6511" r="8985"/>
          <a:stretch>
            <a:fillRect/>
          </a:stretch>
        </p:blipFill>
        <p:spPr>
          <a:xfrm>
            <a:off x="4199986" y="101035"/>
            <a:ext cx="3975945" cy="3195595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B7FB3945-1951-DF28-C8B0-FFDBBBFB6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0" t="6944" r="8006"/>
          <a:stretch>
            <a:fillRect/>
          </a:stretch>
        </p:blipFill>
        <p:spPr>
          <a:xfrm>
            <a:off x="8179395" y="127031"/>
            <a:ext cx="4016069" cy="3119732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69F2D633-74D7-4424-6A4D-F36B02D22B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6" t="6997" r="8659"/>
          <a:stretch>
            <a:fillRect/>
          </a:stretch>
        </p:blipFill>
        <p:spPr>
          <a:xfrm>
            <a:off x="4063450" y="3511911"/>
            <a:ext cx="4157023" cy="3245055"/>
          </a:xfrm>
          <a:prstGeom prst="rect">
            <a:avLst/>
          </a:prstGeom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A4C227E4-4A2E-A95E-CF42-1E34A4B390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" t="6580" r="8985"/>
          <a:stretch>
            <a:fillRect/>
          </a:stretch>
        </p:blipFill>
        <p:spPr>
          <a:xfrm>
            <a:off x="8223937" y="3462044"/>
            <a:ext cx="3942419" cy="3119732"/>
          </a:xfrm>
          <a:prstGeom prst="rect">
            <a:avLst/>
          </a:prstGeom>
        </p:spPr>
      </p:pic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3D88F095-AA2E-27DA-4E0D-0242E4820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3113582"/>
              </p:ext>
            </p:extLst>
          </p:nvPr>
        </p:nvGraphicFramePr>
        <p:xfrm>
          <a:off x="599906" y="4518369"/>
          <a:ext cx="31892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612">
                  <a:extLst>
                    <a:ext uri="{9D8B030D-6E8A-4147-A177-3AD203B41FA5}">
                      <a16:colId xmlns:a16="http://schemas.microsoft.com/office/drawing/2014/main" val="947051945"/>
                    </a:ext>
                  </a:extLst>
                </a:gridCol>
                <a:gridCol w="1594612">
                  <a:extLst>
                    <a:ext uri="{9D8B030D-6E8A-4147-A177-3AD203B41FA5}">
                      <a16:colId xmlns:a16="http://schemas.microsoft.com/office/drawing/2014/main" val="2559176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6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Kp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30,0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156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Kd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116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7611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5EC3A-610A-23BB-A246-0CD06C273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49D10BD7-18E7-B90F-A4CC-991357D0A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5" t="7493" r="8902"/>
          <a:stretch>
            <a:fillRect/>
          </a:stretch>
        </p:blipFill>
        <p:spPr>
          <a:xfrm>
            <a:off x="8142427" y="46237"/>
            <a:ext cx="4049573" cy="317321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910C1856-6C88-8117-D223-53E29B40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856271"/>
            <a:ext cx="4114800" cy="164513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800" b="1" dirty="0"/>
              <a:t>Pitch angle </a:t>
            </a:r>
            <a:r>
              <a:rPr lang="en-US" sz="3800" dirty="0"/>
              <a:t>stabilization</a:t>
            </a:r>
            <a:br>
              <a:rPr lang="en-US" sz="3800" dirty="0"/>
            </a:br>
            <a:r>
              <a:rPr lang="en-US" sz="3800" dirty="0"/>
              <a:t>Simulation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04396F17-72DE-9738-516E-D863FD4B50CA}"/>
              </a:ext>
            </a:extLst>
          </p:cNvPr>
          <p:cNvSpPr txBox="1">
            <a:spLocks/>
          </p:cNvSpPr>
          <p:nvPr/>
        </p:nvSpPr>
        <p:spPr>
          <a:xfrm>
            <a:off x="548640" y="2942520"/>
            <a:ext cx="3659228" cy="32458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Problem :</a:t>
            </a:r>
          </a:p>
          <a:p>
            <a:pPr marL="457200" indent="-2286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+mn-lt"/>
                <a:ea typeface="+mn-ea"/>
                <a:cs typeface="+mn-cs"/>
              </a:rPr>
              <a:t>Low angle (5 and 10 deg) : angle command exceeded</a:t>
            </a:r>
          </a:p>
        </p:txBody>
      </p:sp>
      <p:graphicFrame>
        <p:nvGraphicFramePr>
          <p:cNvPr id="27" name="Tableau 26">
            <a:extLst>
              <a:ext uri="{FF2B5EF4-FFF2-40B4-BE49-F238E27FC236}">
                <a16:creationId xmlns:a16="http://schemas.microsoft.com/office/drawing/2014/main" id="{30E7ED2D-3C24-9B6D-CA70-76E4D1FF8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079769"/>
              </p:ext>
            </p:extLst>
          </p:nvPr>
        </p:nvGraphicFramePr>
        <p:xfrm>
          <a:off x="599906" y="4518369"/>
          <a:ext cx="318922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612">
                  <a:extLst>
                    <a:ext uri="{9D8B030D-6E8A-4147-A177-3AD203B41FA5}">
                      <a16:colId xmlns:a16="http://schemas.microsoft.com/office/drawing/2014/main" val="947051945"/>
                    </a:ext>
                  </a:extLst>
                </a:gridCol>
                <a:gridCol w="1594612">
                  <a:extLst>
                    <a:ext uri="{9D8B030D-6E8A-4147-A177-3AD203B41FA5}">
                      <a16:colId xmlns:a16="http://schemas.microsoft.com/office/drawing/2014/main" val="25591765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Coefficient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Values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961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Kp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80,0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156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0,8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46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err="1"/>
                        <a:t>Kd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19,0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0116837"/>
                  </a:ext>
                </a:extLst>
              </a:tr>
            </a:tbl>
          </a:graphicData>
        </a:graphic>
      </p:graphicFrame>
      <p:pic>
        <p:nvPicPr>
          <p:cNvPr id="4" name="Image 3">
            <a:extLst>
              <a:ext uri="{FF2B5EF4-FFF2-40B4-BE49-F238E27FC236}">
                <a16:creationId xmlns:a16="http://schemas.microsoft.com/office/drawing/2014/main" id="{D33ABCAD-DF11-CE13-9423-DB7038C274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09" t="6621" r="9504"/>
          <a:stretch>
            <a:fillRect/>
          </a:stretch>
        </p:blipFill>
        <p:spPr>
          <a:xfrm>
            <a:off x="4190362" y="83075"/>
            <a:ext cx="3909594" cy="3173213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97A625CA-3517-AAC7-BFCB-607BBA6351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99" t="6598" r="9310"/>
          <a:stretch>
            <a:fillRect/>
          </a:stretch>
        </p:blipFill>
        <p:spPr>
          <a:xfrm>
            <a:off x="4027622" y="3428251"/>
            <a:ext cx="4072333" cy="3245804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3B1FA4B-C889-AC5D-FE13-0B0ED1D0B6F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" t="6381" r="8985"/>
          <a:stretch>
            <a:fillRect/>
          </a:stretch>
        </p:blipFill>
        <p:spPr>
          <a:xfrm>
            <a:off x="8099955" y="3429000"/>
            <a:ext cx="4092045" cy="324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80905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85</Words>
  <Application>Microsoft Office PowerPoint</Application>
  <PresentationFormat>Grand écran</PresentationFormat>
  <Paragraphs>34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Thème Office</vt:lpstr>
      <vt:lpstr>Results Stabilization Drone</vt:lpstr>
      <vt:lpstr>Roll angle stabilization Simulation</vt:lpstr>
      <vt:lpstr>Pitch angle stabilization Simulation</vt:lpstr>
      <vt:lpstr>Pitch angle stabilization Simulation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Maxime COUSINEY</dc:creator>
  <cp:lastModifiedBy>Maxime COUSINEY</cp:lastModifiedBy>
  <cp:revision>2</cp:revision>
  <dcterms:created xsi:type="dcterms:W3CDTF">2026-10-07T08:47:34Z</dcterms:created>
  <dcterms:modified xsi:type="dcterms:W3CDTF">2026-10-07T21:02:47Z</dcterms:modified>
</cp:coreProperties>
</file>